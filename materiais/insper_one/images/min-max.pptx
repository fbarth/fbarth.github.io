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 /><Relationship Id="rId5" Type="http://schemas.openxmlformats.org/officeDocument/2006/relationships/tableStyles" Target="tableStyles.xml" /><Relationship Id="rId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9149979" name=""/>
          <p:cNvGrpSpPr/>
          <p:nvPr/>
        </p:nvGrpSpPr>
        <p:grpSpPr bwMode="auto">
          <a:xfrm>
            <a:off x="9521282" y="3103938"/>
            <a:ext cx="1257183" cy="1644130"/>
            <a:chOff x="0" y="0"/>
            <a:chExt cx="1257183" cy="1644130"/>
          </a:xfrm>
        </p:grpSpPr>
        <p:sp>
          <p:nvSpPr>
            <p:cNvPr id="555857648" name=""/>
            <p:cNvSpPr/>
            <p:nvPr/>
          </p:nvSpPr>
          <p:spPr bwMode="auto">
            <a:xfrm flipH="0" flipV="0">
              <a:off x="18009" y="340224"/>
              <a:ext cx="1239174" cy="1303906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1285000094" name=""/>
            <p:cNvSpPr txBox="1"/>
            <p:nvPr/>
          </p:nvSpPr>
          <p:spPr bwMode="auto">
            <a:xfrm flipH="0" flipV="0">
              <a:off x="0" y="0"/>
              <a:ext cx="38685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solidFill>
                    <a:srgbClr val="FF0000"/>
                  </a:solidFill>
                </a:rPr>
                <a:t>-1</a:t>
              </a:r>
              <a:endParaRPr/>
            </a:p>
          </p:txBody>
        </p:sp>
      </p:grpSp>
      <p:grpSp>
        <p:nvGrpSpPr>
          <p:cNvPr id="88352761" name=""/>
          <p:cNvGrpSpPr/>
          <p:nvPr/>
        </p:nvGrpSpPr>
        <p:grpSpPr bwMode="auto">
          <a:xfrm>
            <a:off x="7713197" y="5050366"/>
            <a:ext cx="1321916" cy="1653380"/>
            <a:chOff x="0" y="0"/>
            <a:chExt cx="1321916" cy="1653380"/>
          </a:xfrm>
        </p:grpSpPr>
        <p:sp>
          <p:nvSpPr>
            <p:cNvPr id="1437477787" name=""/>
            <p:cNvSpPr/>
            <p:nvPr/>
          </p:nvSpPr>
          <p:spPr bwMode="auto">
            <a:xfrm flipH="0" flipV="0">
              <a:off x="82742" y="349473"/>
              <a:ext cx="1239174" cy="1303906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600818746" name=""/>
            <p:cNvSpPr txBox="1"/>
            <p:nvPr/>
          </p:nvSpPr>
          <p:spPr bwMode="auto">
            <a:xfrm flipH="0" flipV="0">
              <a:off x="0" y="0"/>
              <a:ext cx="44423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+1</a:t>
              </a:r>
              <a:endParaRPr/>
            </a:p>
          </p:txBody>
        </p:sp>
      </p:grpSp>
      <p:grpSp>
        <p:nvGrpSpPr>
          <p:cNvPr id="389221992" name=""/>
          <p:cNvGrpSpPr/>
          <p:nvPr/>
        </p:nvGrpSpPr>
        <p:grpSpPr bwMode="auto">
          <a:xfrm>
            <a:off x="7699140" y="3094319"/>
            <a:ext cx="1321916" cy="1653381"/>
            <a:chOff x="0" y="0"/>
            <a:chExt cx="1321916" cy="1653381"/>
          </a:xfrm>
        </p:grpSpPr>
        <p:sp>
          <p:nvSpPr>
            <p:cNvPr id="1614718494" name=""/>
            <p:cNvSpPr/>
            <p:nvPr/>
          </p:nvSpPr>
          <p:spPr bwMode="auto">
            <a:xfrm flipH="0" flipV="0">
              <a:off x="82742" y="349473"/>
              <a:ext cx="1239174" cy="1303906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312079022" name=""/>
            <p:cNvSpPr txBox="1"/>
            <p:nvPr/>
          </p:nvSpPr>
          <p:spPr bwMode="auto">
            <a:xfrm flipH="0" flipV="0">
              <a:off x="0" y="0"/>
              <a:ext cx="44423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+1</a:t>
              </a:r>
              <a:endParaRPr/>
            </a:p>
          </p:txBody>
        </p:sp>
      </p:grpSp>
      <p:grpSp>
        <p:nvGrpSpPr>
          <p:cNvPr id="1858926675" name=""/>
          <p:cNvGrpSpPr/>
          <p:nvPr/>
        </p:nvGrpSpPr>
        <p:grpSpPr bwMode="auto">
          <a:xfrm>
            <a:off x="8286062" y="1323594"/>
            <a:ext cx="1339844" cy="1644130"/>
            <a:chOff x="0" y="0"/>
            <a:chExt cx="1339844" cy="1644130"/>
          </a:xfrm>
        </p:grpSpPr>
        <p:sp>
          <p:nvSpPr>
            <p:cNvPr id="2028761420" name=""/>
            <p:cNvSpPr/>
            <p:nvPr/>
          </p:nvSpPr>
          <p:spPr bwMode="auto">
            <a:xfrm flipH="0" flipV="0">
              <a:off x="0" y="340224"/>
              <a:ext cx="1239174" cy="1303906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607382900" name=""/>
            <p:cNvSpPr txBox="1"/>
            <p:nvPr/>
          </p:nvSpPr>
          <p:spPr bwMode="auto">
            <a:xfrm flipH="0" flipV="0">
              <a:off x="952983" y="0"/>
              <a:ext cx="38685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solidFill>
                    <a:srgbClr val="FF0000"/>
                  </a:solidFill>
                </a:rPr>
                <a:t>-1</a:t>
              </a:r>
              <a:endParaRPr/>
            </a:p>
          </p:txBody>
        </p:sp>
      </p:grpSp>
      <p:grpSp>
        <p:nvGrpSpPr>
          <p:cNvPr id="1307621482" name=""/>
          <p:cNvGrpSpPr/>
          <p:nvPr/>
        </p:nvGrpSpPr>
        <p:grpSpPr bwMode="auto">
          <a:xfrm>
            <a:off x="5669484" y="3108376"/>
            <a:ext cx="1321916" cy="1653381"/>
            <a:chOff x="0" y="0"/>
            <a:chExt cx="1321916" cy="1653381"/>
          </a:xfrm>
        </p:grpSpPr>
        <p:sp>
          <p:nvSpPr>
            <p:cNvPr id="608490604" name=""/>
            <p:cNvSpPr/>
            <p:nvPr/>
          </p:nvSpPr>
          <p:spPr bwMode="auto">
            <a:xfrm flipH="0" flipV="0">
              <a:off x="82742" y="349473"/>
              <a:ext cx="1239174" cy="1303906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654021545" name=""/>
            <p:cNvSpPr txBox="1"/>
            <p:nvPr/>
          </p:nvSpPr>
          <p:spPr bwMode="auto">
            <a:xfrm flipH="0" flipV="0">
              <a:off x="0" y="0"/>
              <a:ext cx="44423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+1</a:t>
              </a:r>
              <a:endParaRPr/>
            </a:p>
          </p:txBody>
        </p:sp>
      </p:grpSp>
      <p:grpSp>
        <p:nvGrpSpPr>
          <p:cNvPr id="178424040" name=""/>
          <p:cNvGrpSpPr/>
          <p:nvPr/>
        </p:nvGrpSpPr>
        <p:grpSpPr bwMode="auto">
          <a:xfrm>
            <a:off x="5674293" y="5092166"/>
            <a:ext cx="1321916" cy="1653380"/>
            <a:chOff x="0" y="0"/>
            <a:chExt cx="1321916" cy="1653380"/>
          </a:xfrm>
        </p:grpSpPr>
        <p:sp>
          <p:nvSpPr>
            <p:cNvPr id="145988676" name=""/>
            <p:cNvSpPr/>
            <p:nvPr/>
          </p:nvSpPr>
          <p:spPr bwMode="auto">
            <a:xfrm flipH="0" flipV="0">
              <a:off x="82742" y="349473"/>
              <a:ext cx="1239174" cy="1303906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977501203" name=""/>
            <p:cNvSpPr txBox="1"/>
            <p:nvPr/>
          </p:nvSpPr>
          <p:spPr bwMode="auto">
            <a:xfrm flipH="0" flipV="0">
              <a:off x="0" y="0"/>
              <a:ext cx="44423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+1</a:t>
              </a:r>
              <a:endParaRPr/>
            </a:p>
          </p:txBody>
        </p:sp>
      </p:grpSp>
      <p:grpSp>
        <p:nvGrpSpPr>
          <p:cNvPr id="1914013804" name=""/>
          <p:cNvGrpSpPr/>
          <p:nvPr/>
        </p:nvGrpSpPr>
        <p:grpSpPr bwMode="auto">
          <a:xfrm>
            <a:off x="3894321" y="5078480"/>
            <a:ext cx="1321916" cy="1653380"/>
            <a:chOff x="0" y="0"/>
            <a:chExt cx="1321916" cy="1653380"/>
          </a:xfrm>
        </p:grpSpPr>
        <p:sp>
          <p:nvSpPr>
            <p:cNvPr id="776480744" name=""/>
            <p:cNvSpPr/>
            <p:nvPr/>
          </p:nvSpPr>
          <p:spPr bwMode="auto">
            <a:xfrm flipH="0" flipV="0">
              <a:off x="82742" y="349473"/>
              <a:ext cx="1239174" cy="1303906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1873088444" name=""/>
            <p:cNvSpPr txBox="1"/>
            <p:nvPr/>
          </p:nvSpPr>
          <p:spPr bwMode="auto">
            <a:xfrm flipH="0" flipV="0">
              <a:off x="0" y="0"/>
              <a:ext cx="44423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+1</a:t>
              </a:r>
              <a:endParaRPr/>
            </a:p>
          </p:txBody>
        </p:sp>
      </p:grpSp>
      <p:grpSp>
        <p:nvGrpSpPr>
          <p:cNvPr id="213598502" name=""/>
          <p:cNvGrpSpPr/>
          <p:nvPr/>
        </p:nvGrpSpPr>
        <p:grpSpPr bwMode="auto">
          <a:xfrm>
            <a:off x="3889512" y="3103938"/>
            <a:ext cx="1321916" cy="1653381"/>
            <a:chOff x="0" y="0"/>
            <a:chExt cx="1321916" cy="1653381"/>
          </a:xfrm>
        </p:grpSpPr>
        <p:sp>
          <p:nvSpPr>
            <p:cNvPr id="1567274180" name=""/>
            <p:cNvSpPr/>
            <p:nvPr/>
          </p:nvSpPr>
          <p:spPr bwMode="auto">
            <a:xfrm flipH="0" flipV="0">
              <a:off x="82742" y="349473"/>
              <a:ext cx="1239174" cy="1303906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1960329470" name=""/>
            <p:cNvSpPr txBox="1"/>
            <p:nvPr/>
          </p:nvSpPr>
          <p:spPr bwMode="auto">
            <a:xfrm flipH="0" flipV="0">
              <a:off x="0" y="0"/>
              <a:ext cx="44423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+1</a:t>
              </a:r>
              <a:endParaRPr/>
            </a:p>
          </p:txBody>
        </p:sp>
      </p:grpSp>
      <p:grpSp>
        <p:nvGrpSpPr>
          <p:cNvPr id="1217298243" name=""/>
          <p:cNvGrpSpPr/>
          <p:nvPr/>
        </p:nvGrpSpPr>
        <p:grpSpPr bwMode="auto">
          <a:xfrm>
            <a:off x="4911183" y="1314347"/>
            <a:ext cx="1321916" cy="1653380"/>
            <a:chOff x="0" y="0"/>
            <a:chExt cx="1321916" cy="1653380"/>
          </a:xfrm>
        </p:grpSpPr>
        <p:sp>
          <p:nvSpPr>
            <p:cNvPr id="945381748" name=""/>
            <p:cNvSpPr/>
            <p:nvPr/>
          </p:nvSpPr>
          <p:spPr bwMode="auto">
            <a:xfrm flipH="0" flipV="0">
              <a:off x="82742" y="349473"/>
              <a:ext cx="1239174" cy="1303906"/>
            </a:xfrm>
            <a:prstGeom prst="rect">
              <a:avLst/>
            </a:prstGeom>
            <a:solidFill>
              <a:schemeClr val="accent6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1686831775" name=""/>
            <p:cNvSpPr txBox="1"/>
            <p:nvPr/>
          </p:nvSpPr>
          <p:spPr bwMode="auto">
            <a:xfrm flipH="0" flipV="0">
              <a:off x="0" y="0"/>
              <a:ext cx="44423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+1</a:t>
              </a:r>
              <a:endParaRPr/>
            </a:p>
          </p:txBody>
        </p:sp>
      </p:grpSp>
      <p:grpSp>
        <p:nvGrpSpPr>
          <p:cNvPr id="1461414457" name=""/>
          <p:cNvGrpSpPr/>
          <p:nvPr/>
        </p:nvGrpSpPr>
        <p:grpSpPr bwMode="auto">
          <a:xfrm>
            <a:off x="2039851" y="1319527"/>
            <a:ext cx="1239173" cy="1644132"/>
            <a:chOff x="0" y="0"/>
            <a:chExt cx="1239173" cy="1644132"/>
          </a:xfrm>
        </p:grpSpPr>
        <p:sp>
          <p:nvSpPr>
            <p:cNvPr id="1979320083" name=""/>
            <p:cNvSpPr/>
            <p:nvPr/>
          </p:nvSpPr>
          <p:spPr bwMode="auto">
            <a:xfrm flipH="0" flipV="0">
              <a:off x="0" y="340225"/>
              <a:ext cx="1239174" cy="1303906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1233696259" name=""/>
            <p:cNvSpPr txBox="1"/>
            <p:nvPr/>
          </p:nvSpPr>
          <p:spPr bwMode="auto">
            <a:xfrm flipH="0" flipV="0">
              <a:off x="37507" y="0"/>
              <a:ext cx="38685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solidFill>
                    <a:srgbClr val="FF0000"/>
                  </a:solidFill>
                </a:rPr>
                <a:t>-1</a:t>
              </a:r>
              <a:endParaRPr/>
            </a:p>
          </p:txBody>
        </p:sp>
      </p:grpSp>
      <p:grpSp>
        <p:nvGrpSpPr>
          <p:cNvPr id="1043779911" name=""/>
          <p:cNvGrpSpPr/>
          <p:nvPr/>
        </p:nvGrpSpPr>
        <p:grpSpPr bwMode="auto">
          <a:xfrm>
            <a:off x="2040368" y="5111032"/>
            <a:ext cx="1257184" cy="1644132"/>
            <a:chOff x="0" y="0"/>
            <a:chExt cx="1257184" cy="1644132"/>
          </a:xfrm>
        </p:grpSpPr>
        <p:sp>
          <p:nvSpPr>
            <p:cNvPr id="927315400" name=""/>
            <p:cNvSpPr/>
            <p:nvPr/>
          </p:nvSpPr>
          <p:spPr bwMode="auto">
            <a:xfrm flipH="0" flipV="0">
              <a:off x="18010" y="340225"/>
              <a:ext cx="1239174" cy="1303906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1810896451" name=""/>
            <p:cNvSpPr txBox="1"/>
            <p:nvPr/>
          </p:nvSpPr>
          <p:spPr bwMode="auto">
            <a:xfrm flipH="0" flipV="0">
              <a:off x="0" y="0"/>
              <a:ext cx="310735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0</a:t>
              </a:r>
              <a:endParaRPr/>
            </a:p>
          </p:txBody>
        </p:sp>
      </p:grpSp>
      <p:grpSp>
        <p:nvGrpSpPr>
          <p:cNvPr id="303678609" name=""/>
          <p:cNvGrpSpPr/>
          <p:nvPr/>
        </p:nvGrpSpPr>
        <p:grpSpPr bwMode="auto">
          <a:xfrm>
            <a:off x="2017064" y="3136489"/>
            <a:ext cx="1275646" cy="1644132"/>
            <a:chOff x="0" y="0"/>
            <a:chExt cx="1275646" cy="1644132"/>
          </a:xfrm>
        </p:grpSpPr>
        <p:sp>
          <p:nvSpPr>
            <p:cNvPr id="2136818667" name=""/>
            <p:cNvSpPr/>
            <p:nvPr/>
          </p:nvSpPr>
          <p:spPr bwMode="auto">
            <a:xfrm flipH="0" flipV="0">
              <a:off x="36472" y="340225"/>
              <a:ext cx="1239174" cy="1303906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1034897735" name=""/>
            <p:cNvSpPr txBox="1"/>
            <p:nvPr/>
          </p:nvSpPr>
          <p:spPr bwMode="auto">
            <a:xfrm flipH="0" flipV="0">
              <a:off x="0" y="0"/>
              <a:ext cx="310735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0</a:t>
              </a:r>
              <a:endParaRPr/>
            </a:p>
          </p:txBody>
        </p:sp>
      </p:grpSp>
      <p:grpSp>
        <p:nvGrpSpPr>
          <p:cNvPr id="1595741567" name=""/>
          <p:cNvGrpSpPr/>
          <p:nvPr/>
        </p:nvGrpSpPr>
        <p:grpSpPr bwMode="auto">
          <a:xfrm>
            <a:off x="333858" y="3155355"/>
            <a:ext cx="1239174" cy="1644134"/>
            <a:chOff x="0" y="0"/>
            <a:chExt cx="1239174" cy="1644134"/>
          </a:xfrm>
        </p:grpSpPr>
        <p:sp>
          <p:nvSpPr>
            <p:cNvPr id="1641336414" name=""/>
            <p:cNvSpPr/>
            <p:nvPr/>
          </p:nvSpPr>
          <p:spPr bwMode="auto">
            <a:xfrm flipH="0" flipV="0">
              <a:off x="0" y="340226"/>
              <a:ext cx="1239174" cy="1303907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1576160024" name=""/>
            <p:cNvSpPr txBox="1"/>
            <p:nvPr/>
          </p:nvSpPr>
          <p:spPr bwMode="auto">
            <a:xfrm flipH="0" flipV="0">
              <a:off x="37508" y="0"/>
              <a:ext cx="38685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solidFill>
                    <a:srgbClr val="FF0000"/>
                  </a:solidFill>
                </a:rPr>
                <a:t>-1</a:t>
              </a:r>
              <a:endParaRPr/>
            </a:p>
          </p:txBody>
        </p:sp>
      </p:grpSp>
      <p:graphicFrame>
        <p:nvGraphicFramePr>
          <p:cNvPr id="1971717923" name=""/>
          <p:cNvGraphicFramePr>
            <a:graphicFrameLocks xmlns:a="http://schemas.openxmlformats.org/drawingml/2006/main"/>
          </p:cNvGraphicFramePr>
          <p:nvPr/>
        </p:nvGraphicFramePr>
        <p:xfrm>
          <a:off x="5080637" y="145178"/>
          <a:ext cx="1133039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2"/>
                <a:gridCol w="361662"/>
                <a:gridCol w="361662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05478486" name=""/>
          <p:cNvGraphicFramePr>
            <a:graphicFrameLocks xmlns:a="http://schemas.openxmlformats.org/drawingml/2006/main"/>
          </p:cNvGraphicFramePr>
          <p:nvPr/>
        </p:nvGraphicFramePr>
        <p:xfrm>
          <a:off x="5063344" y="1758694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0811154" name=""/>
          <p:cNvGraphicFramePr>
            <a:graphicFrameLocks xmlns:a="http://schemas.openxmlformats.org/drawingml/2006/main"/>
          </p:cNvGraphicFramePr>
          <p:nvPr/>
        </p:nvGraphicFramePr>
        <p:xfrm>
          <a:off x="2110529" y="1758694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15493237" name=""/>
          <p:cNvGraphicFramePr>
            <a:graphicFrameLocks xmlns:a="http://schemas.openxmlformats.org/drawingml/2006/main"/>
          </p:cNvGraphicFramePr>
          <p:nvPr/>
        </p:nvGraphicFramePr>
        <p:xfrm>
          <a:off x="8366326" y="1772380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68692765" name=""/>
          <p:cNvGraphicFramePr>
            <a:graphicFrameLocks xmlns:a="http://schemas.openxmlformats.org/drawingml/2006/main"/>
          </p:cNvGraphicFramePr>
          <p:nvPr/>
        </p:nvGraphicFramePr>
        <p:xfrm>
          <a:off x="413414" y="3621894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88050820" name=""/>
          <p:cNvGraphicFramePr>
            <a:graphicFrameLocks xmlns:a="http://schemas.openxmlformats.org/drawingml/2006/main"/>
          </p:cNvGraphicFramePr>
          <p:nvPr/>
        </p:nvGraphicFramePr>
        <p:xfrm>
          <a:off x="2119406" y="3589342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X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94844931" name=""/>
          <p:cNvGraphicFramePr>
            <a:graphicFrameLocks xmlns:a="http://schemas.openxmlformats.org/drawingml/2006/main"/>
          </p:cNvGraphicFramePr>
          <p:nvPr/>
        </p:nvGraphicFramePr>
        <p:xfrm>
          <a:off x="2142339" y="5545019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X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0" name=""/>
          <p:cNvCxnSpPr>
            <a:cxnSpLocks/>
            <a:stCxn id="1971717923" idx="1"/>
            <a:endCxn id="60811154" idx="0"/>
          </p:cNvCxnSpPr>
          <p:nvPr/>
        </p:nvCxnSpPr>
        <p:spPr bwMode="auto">
          <a:xfrm rot="10799989" flipH="0" flipV="1">
            <a:off x="2659372" y="700168"/>
            <a:ext cx="2421264" cy="1058526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736722" name=""/>
          <p:cNvCxnSpPr>
            <a:cxnSpLocks/>
            <a:stCxn id="1971717923" idx="2"/>
            <a:endCxn id="605478486" idx="0"/>
          </p:cNvCxnSpPr>
          <p:nvPr/>
        </p:nvCxnSpPr>
        <p:spPr bwMode="auto">
          <a:xfrm rot="5399977" flipH="0" flipV="0">
            <a:off x="5369066" y="1506926"/>
            <a:ext cx="503535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5491234" name=""/>
          <p:cNvCxnSpPr>
            <a:cxnSpLocks/>
            <a:stCxn id="1971717923" idx="3"/>
            <a:endCxn id="1515493237" idx="0"/>
          </p:cNvCxnSpPr>
          <p:nvPr/>
        </p:nvCxnSpPr>
        <p:spPr bwMode="auto">
          <a:xfrm rot="0" flipH="0" flipV="0">
            <a:off x="6178325" y="700168"/>
            <a:ext cx="2736844" cy="107221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160439" name=""/>
          <p:cNvCxnSpPr>
            <a:cxnSpLocks/>
            <a:stCxn id="60811154" idx="1"/>
            <a:endCxn id="968692765" idx="0"/>
          </p:cNvCxnSpPr>
          <p:nvPr/>
        </p:nvCxnSpPr>
        <p:spPr bwMode="auto">
          <a:xfrm rot="10799989" flipH="0" flipV="1">
            <a:off x="962257" y="2313684"/>
            <a:ext cx="1148271" cy="130821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5452732" name=""/>
          <p:cNvCxnSpPr>
            <a:cxnSpLocks/>
            <a:stCxn id="60811154" idx="2"/>
            <a:endCxn id="1688050820" idx="0"/>
          </p:cNvCxnSpPr>
          <p:nvPr/>
        </p:nvCxnSpPr>
        <p:spPr bwMode="auto">
          <a:xfrm rot="5399977" flipH="0" flipV="1">
            <a:off x="2303476" y="3229008"/>
            <a:ext cx="720668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7742750" name=""/>
          <p:cNvCxnSpPr>
            <a:cxnSpLocks/>
            <a:stCxn id="1688050820" idx="2"/>
            <a:endCxn id="927315400" idx="0"/>
          </p:cNvCxnSpPr>
          <p:nvPr/>
        </p:nvCxnSpPr>
        <p:spPr bwMode="auto">
          <a:xfrm rot="5399977" flipH="0" flipV="1">
            <a:off x="2297139" y="5075290"/>
            <a:ext cx="751935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65803944" name=""/>
          <p:cNvGraphicFramePr>
            <a:graphicFrameLocks xmlns:a="http://schemas.openxmlformats.org/drawingml/2006/main"/>
          </p:cNvGraphicFramePr>
          <p:nvPr/>
        </p:nvGraphicFramePr>
        <p:xfrm>
          <a:off x="4059797" y="3575656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X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71933821" name=""/>
          <p:cNvGraphicFramePr>
            <a:graphicFrameLocks xmlns:a="http://schemas.openxmlformats.org/drawingml/2006/main"/>
          </p:cNvGraphicFramePr>
          <p:nvPr/>
        </p:nvGraphicFramePr>
        <p:xfrm>
          <a:off x="4054988" y="5531333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X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77626623" name=""/>
          <p:cNvCxnSpPr>
            <a:cxnSpLocks/>
            <a:stCxn id="2065803944" idx="2"/>
            <a:endCxn id="271933821" idx="0"/>
          </p:cNvCxnSpPr>
          <p:nvPr/>
        </p:nvCxnSpPr>
        <p:spPr bwMode="auto">
          <a:xfrm rot="5399977" flipH="0" flipV="0">
            <a:off x="4183387" y="5108485"/>
            <a:ext cx="8456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97572194" name=""/>
          <p:cNvGraphicFramePr>
            <a:graphicFrameLocks xmlns:a="http://schemas.openxmlformats.org/drawingml/2006/main"/>
          </p:cNvGraphicFramePr>
          <p:nvPr/>
        </p:nvGraphicFramePr>
        <p:xfrm>
          <a:off x="5830522" y="3543105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45976755" name=""/>
          <p:cNvGraphicFramePr>
            <a:graphicFrameLocks xmlns:a="http://schemas.openxmlformats.org/drawingml/2006/main"/>
          </p:cNvGraphicFramePr>
          <p:nvPr/>
        </p:nvGraphicFramePr>
        <p:xfrm>
          <a:off x="5844208" y="5545019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04332130" name=""/>
          <p:cNvCxnSpPr>
            <a:cxnSpLocks/>
            <a:stCxn id="997572194" idx="2"/>
            <a:endCxn id="145988676" idx="0"/>
          </p:cNvCxnSpPr>
          <p:nvPr/>
        </p:nvCxnSpPr>
        <p:spPr bwMode="auto">
          <a:xfrm rot="5399977" flipH="0" flipV="0">
            <a:off x="5983716" y="5047362"/>
            <a:ext cx="788554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948091" name=""/>
          <p:cNvCxnSpPr>
            <a:cxnSpLocks/>
            <a:stCxn id="605478486" idx="1"/>
            <a:endCxn id="2065803944" idx="0"/>
          </p:cNvCxnSpPr>
          <p:nvPr/>
        </p:nvCxnSpPr>
        <p:spPr bwMode="auto">
          <a:xfrm rot="10799989" flipH="0" flipV="1">
            <a:off x="4608640" y="2313684"/>
            <a:ext cx="454703" cy="126197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679410" name=""/>
          <p:cNvCxnSpPr>
            <a:cxnSpLocks/>
            <a:stCxn id="605478486" idx="3"/>
            <a:endCxn id="997572194" idx="0"/>
          </p:cNvCxnSpPr>
          <p:nvPr/>
        </p:nvCxnSpPr>
        <p:spPr bwMode="auto">
          <a:xfrm rot="0" flipH="0" flipV="0">
            <a:off x="6161030" y="2313684"/>
            <a:ext cx="218334" cy="122942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05677192" name=""/>
          <p:cNvGraphicFramePr>
            <a:graphicFrameLocks xmlns:a="http://schemas.openxmlformats.org/drawingml/2006/main"/>
          </p:cNvGraphicFramePr>
          <p:nvPr/>
        </p:nvGraphicFramePr>
        <p:xfrm>
          <a:off x="7871395" y="3543105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61135510" name=""/>
          <p:cNvGraphicFramePr>
            <a:graphicFrameLocks xmlns:a="http://schemas.openxmlformats.org/drawingml/2006/main"/>
          </p:cNvGraphicFramePr>
          <p:nvPr/>
        </p:nvGraphicFramePr>
        <p:xfrm>
          <a:off x="7885081" y="5498781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66038514" name=""/>
          <p:cNvCxnSpPr>
            <a:cxnSpLocks/>
            <a:endCxn id="1261135510" idx="0"/>
          </p:cNvCxnSpPr>
          <p:nvPr/>
        </p:nvCxnSpPr>
        <p:spPr bwMode="auto">
          <a:xfrm rot="5399977" flipH="0" flipV="0">
            <a:off x="8011255" y="5075932"/>
            <a:ext cx="84569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63880784" name=""/>
          <p:cNvGraphicFramePr>
            <a:graphicFrameLocks xmlns:a="http://schemas.openxmlformats.org/drawingml/2006/main"/>
          </p:cNvGraphicFramePr>
          <p:nvPr/>
        </p:nvGraphicFramePr>
        <p:xfrm>
          <a:off x="9628434" y="3552352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61661"/>
                <a:gridCol w="361661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1" i="0" u="none" strike="noStrike" cap="none" spc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28512567" name=""/>
          <p:cNvCxnSpPr>
            <a:cxnSpLocks/>
            <a:endCxn id="1805677192" idx="0"/>
          </p:cNvCxnSpPr>
          <p:nvPr/>
        </p:nvCxnSpPr>
        <p:spPr bwMode="auto">
          <a:xfrm rot="5399977" flipH="0" flipV="0">
            <a:off x="8330488" y="2958423"/>
            <a:ext cx="674431" cy="49493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374564" name=""/>
          <p:cNvCxnSpPr>
            <a:cxnSpLocks/>
          </p:cNvCxnSpPr>
          <p:nvPr/>
        </p:nvCxnSpPr>
        <p:spPr bwMode="auto">
          <a:xfrm rot="0" flipH="0" flipV="0">
            <a:off x="9445617" y="2327370"/>
            <a:ext cx="713264" cy="122498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0061871" name=""/>
          <p:cNvSpPr txBox="1"/>
          <p:nvPr/>
        </p:nvSpPr>
        <p:spPr bwMode="auto">
          <a:xfrm flipH="0" flipV="0">
            <a:off x="2218669" y="496853"/>
            <a:ext cx="1606085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Meu Jogador</a:t>
            </a:r>
            <a:endParaRPr/>
          </a:p>
          <a:p>
            <a:pPr>
              <a:defRPr/>
            </a:pPr>
            <a:r>
              <a:rPr b="1"/>
              <a:t>(MAX)</a:t>
            </a:r>
            <a:endParaRPr b="1"/>
          </a:p>
        </p:txBody>
      </p:sp>
      <p:sp>
        <p:nvSpPr>
          <p:cNvPr id="1457454756" name=""/>
          <p:cNvSpPr txBox="1"/>
          <p:nvPr/>
        </p:nvSpPr>
        <p:spPr bwMode="auto">
          <a:xfrm flipH="0" flipV="0">
            <a:off x="325129" y="2514346"/>
            <a:ext cx="1250352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Oponente</a:t>
            </a:r>
            <a:endParaRPr b="1"/>
          </a:p>
          <a:p>
            <a:pPr>
              <a:defRPr/>
            </a:pPr>
            <a:r>
              <a:rPr b="1"/>
              <a:t>(MIN)</a:t>
            </a:r>
            <a:endParaRPr b="1"/>
          </a:p>
        </p:txBody>
      </p:sp>
      <p:sp>
        <p:nvSpPr>
          <p:cNvPr id="98183535" name=""/>
          <p:cNvSpPr txBox="1"/>
          <p:nvPr/>
        </p:nvSpPr>
        <p:spPr bwMode="auto">
          <a:xfrm flipH="0" flipV="0">
            <a:off x="241132" y="5178899"/>
            <a:ext cx="1542461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Meu jogador</a:t>
            </a:r>
            <a:endParaRPr/>
          </a:p>
          <a:p>
            <a:pPr>
              <a:defRPr/>
            </a:pPr>
            <a:r>
              <a:rPr b="1"/>
              <a:t>(MAX)</a:t>
            </a:r>
            <a:endParaRPr b="1"/>
          </a:p>
        </p:txBody>
      </p:sp>
      <p:graphicFrame>
        <p:nvGraphicFramePr>
          <p:cNvPr id="445949000" name=""/>
          <p:cNvGraphicFramePr>
            <a:graphicFrameLocks xmlns:a="http://schemas.openxmlformats.org/drawingml/2006/main"/>
          </p:cNvGraphicFramePr>
          <p:nvPr/>
        </p:nvGraphicFramePr>
        <p:xfrm>
          <a:off x="5085075" y="149616"/>
          <a:ext cx="1097685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61661"/>
                <a:gridCol w="358337"/>
                <a:gridCol w="364986"/>
              </a:tblGrid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b="1"/>
                    </a:p>
                  </a:txBody>
                  <a:tcPr/>
                </a:tc>
              </a:tr>
              <a:tr h="321510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O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X</a:t>
                      </a:r>
                      <a:endParaRPr b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71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1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1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69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74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45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05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74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84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7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8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67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45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41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73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7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94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80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62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01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9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67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57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7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2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2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29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49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49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1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6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03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13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5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88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14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92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06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94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ONLYOFFICE/7.4.1.36</Application>
  <DocSecurity>0</DocSecurity>
  <PresentationFormat>Widescreen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7</cp:revision>
  <dcterms:modified xsi:type="dcterms:W3CDTF">2023-11-08T19:20:24Z</dcterms:modified>
  <cp:category/>
  <cp:contentStatus/>
  <cp:version/>
</cp:coreProperties>
</file>